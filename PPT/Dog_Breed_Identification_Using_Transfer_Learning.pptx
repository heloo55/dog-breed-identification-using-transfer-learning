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Dog Breed Identification Using Transfer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Dog breed classification using Deep Learning</a:t>
            </a:r>
          </a:p>
          <a:p>
            <a:pPr lvl="1"/>
            <a:r>
              <a:t>• Uses Transfer Learning with pre-trained VGG19 model</a:t>
            </a:r>
          </a:p>
          <a:p>
            <a:pPr lvl="1"/>
            <a:r>
              <a:t>• Deploys model using Flask web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Classify different dog breeds from images</a:t>
            </a:r>
          </a:p>
          <a:p>
            <a:pPr lvl="1"/>
            <a:r>
              <a:t>• Improve accuracy using Transfer Learning</a:t>
            </a:r>
          </a:p>
          <a:p>
            <a:pPr lvl="1"/>
            <a:r>
              <a:t>• Build a user-friendly web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 &amp; Preprocessing</a:t>
            </a:r>
          </a:p>
          <a:p>
            <a:pPr lvl="1"/>
            <a:r>
              <a:t>• Model Building using VGG19</a:t>
            </a:r>
          </a:p>
          <a:p>
            <a:pPr lvl="1"/>
            <a:r>
              <a:t>• Model Training &amp; Evaluation</a:t>
            </a:r>
          </a:p>
          <a:p>
            <a:pPr lvl="1"/>
            <a:r>
              <a:t>• Model Deployment with Flask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Organize images into breed-wise folders</a:t>
            </a:r>
          </a:p>
          <a:p>
            <a:pPr lvl="1"/>
            <a:r>
              <a:t>• Use ImageDataGenerator for augmentation</a:t>
            </a:r>
          </a:p>
          <a:p>
            <a:pPr lvl="1"/>
            <a:r>
              <a:t>• Resize images to required input size (224x224)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 Learning using VGG19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 pre-trained VGG19 model</a:t>
            </a:r>
          </a:p>
          <a:p>
            <a:pPr lvl="1"/>
            <a:r>
              <a:t>• Freeze convolutional base layers</a:t>
            </a:r>
          </a:p>
          <a:p>
            <a:pPr lvl="1"/>
            <a:r>
              <a:t>• Add custom fully connected layers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VGG19 base model</a:t>
            </a:r>
          </a:p>
          <a:p>
            <a:pPr lvl="1"/>
            <a:r>
              <a:t>• Flatten layer</a:t>
            </a:r>
          </a:p>
          <a:p>
            <a:pPr lvl="1"/>
            <a:r>
              <a:t>• Dense layers with ReLU activation</a:t>
            </a:r>
          </a:p>
          <a:p>
            <a:pPr lvl="1"/>
            <a:r>
              <a:t>• Output layer with Softmax activation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Compile model using Adam optimizer</a:t>
            </a:r>
          </a:p>
          <a:p>
            <a:pPr lvl="1"/>
            <a:r>
              <a:t>• Use categorical crossentropy loss</a:t>
            </a:r>
          </a:p>
          <a:p>
            <a:pPr lvl="1"/>
            <a:r>
              <a:t>• Train on training dataset</a:t>
            </a:r>
          </a:p>
          <a:p>
            <a:pPr lvl="1"/>
            <a:r>
              <a:t>• Validate using test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Measure Accuracy and Loss</a:t>
            </a:r>
          </a:p>
          <a:p>
            <a:pPr lvl="1"/>
            <a:r>
              <a:t>• Analyze training &amp; validation performance</a:t>
            </a:r>
          </a:p>
          <a:p>
            <a:pPr lvl="1"/>
            <a:r>
              <a:t>• Save trained model (.h5 file)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Building with Flask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HTML upload page</a:t>
            </a:r>
          </a:p>
          <a:p>
            <a:pPr lvl="1"/>
            <a:r>
              <a:t>• Load trained model using load_model()</a:t>
            </a:r>
          </a:p>
          <a:p>
            <a:pPr lvl="1"/>
            <a:r>
              <a:t>• Predict breed from uploaded image</a:t>
            </a:r>
          </a:p>
          <a:p>
            <a:pPr lvl="1"/>
            <a:r>
              <a:t>• Display result on webpage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Accurate dog breed predictions</a:t>
            </a:r>
          </a:p>
          <a:p>
            <a:pPr lvl="1"/>
            <a:r>
              <a:t>• User uploads image and gets instant result</a:t>
            </a:r>
          </a:p>
          <a:p>
            <a:pPr lvl="1"/>
            <a:r>
              <a:t>• Efficient deployment using Flask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Transfer Learning improves performance</a:t>
            </a:r>
          </a:p>
          <a:p>
            <a:pPr lvl="1"/>
            <a:r>
              <a:t>• VGG19 effective for image classification</a:t>
            </a:r>
          </a:p>
          <a:p>
            <a:pPr lvl="1"/>
            <a:r>
              <a:t>• Scalable for more breeds &amp;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